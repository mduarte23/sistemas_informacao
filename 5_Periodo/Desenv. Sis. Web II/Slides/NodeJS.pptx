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81" r:id="rId4"/>
    <p:sldId id="282" r:id="rId5"/>
    <p:sldId id="284" r:id="rId6"/>
    <p:sldId id="283" r:id="rId7"/>
    <p:sldId id="286" r:id="rId8"/>
    <p:sldId id="285" r:id="rId9"/>
    <p:sldId id="289" r:id="rId10"/>
    <p:sldId id="290" r:id="rId11"/>
    <p:sldId id="287" r:id="rId12"/>
    <p:sldId id="288" r:id="rId13"/>
    <p:sldId id="291" r:id="rId14"/>
    <p:sldId id="292" r:id="rId15"/>
    <p:sldId id="297" r:id="rId16"/>
    <p:sldId id="293" r:id="rId17"/>
    <p:sldId id="294" r:id="rId18"/>
    <p:sldId id="30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69" autoAdjust="0"/>
    <p:restoredTop sz="94660"/>
  </p:normalViewPr>
  <p:slideViewPr>
    <p:cSldViewPr>
      <p:cViewPr varScale="1">
        <p:scale>
          <a:sx n="81" d="100"/>
          <a:sy n="81" d="100"/>
        </p:scale>
        <p:origin x="461" y="62"/>
      </p:cViewPr>
      <p:guideLst>
        <p:guide orient="horz" pos="2160"/>
        <p:guide pos="385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D58670-BC6D-4849-949F-AC14719F9BE1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C8A15BF-4688-4E6E-8BF3-9F0B572D75B4}" type="datetimeFigureOut">
              <a:rPr lang="pt-BR" smtClean="0"/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1D58670-BC6D-4849-949F-AC14719F9BE1}" type="slidenum">
              <a:rPr lang="pt-BR" smtClean="0"/>
            </a:fld>
            <a:endParaRPr lang="pt-B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altLang="pt-BR" dirty="0"/>
              <a:t>NodeJS</a:t>
            </a:r>
            <a:endParaRPr lang="pt-PT" alt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Ely Prado</a:t>
            </a:r>
            <a:endParaRPr lang="pt-BR" dirty="0"/>
          </a:p>
          <a:p>
            <a:r>
              <a:rPr lang="pt-BR"/>
              <a:t>Libertas</a:t>
            </a:r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NodeJS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O Node.js pode ser definido como um ambiente de execução Javascript server-side.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Isso significa que com o Node.js é possível criar aplicações Javascript para rodar como uma aplicação standalone em uma máquina, não dependendo de um browser para a execução, como estamos acostumados.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Apesar de recente, o Node.js já é utilizado por grandes empresas no mercado de tecnologia, como Netflix, Uber e LinkedIn.</a:t>
            </a:r>
            <a:endParaRPr lang="pt-B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NodeJS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 sz="2400"/>
              <a:t>A linguagem Javascript foi criada em 1995, e se tornou a linguagem padrão dos browsers e consequentemente da Web para o desenvolvimento client-side.</a:t>
            </a:r>
            <a:endParaRPr lang="pt-BR" altLang="en-US" sz="2400"/>
          </a:p>
          <a:p>
            <a:r>
              <a:rPr lang="pt-BR" altLang="en-US" sz="2400"/>
              <a:t>Em 2009, o Node.js foi desenvolvido por Ryan Dahl em torno do V8</a:t>
            </a:r>
            <a:r>
              <a:rPr lang="pt-PT" altLang="pt-BR" sz="2400"/>
              <a:t> (Motor Javascript da Google),</a:t>
            </a:r>
            <a:r>
              <a:rPr lang="pt-BR" altLang="en-US" sz="2400"/>
              <a:t> essencialmente como uma forma de rodar programas Javascript fora do contexto de um browser.</a:t>
            </a:r>
            <a:endParaRPr lang="pt-BR" alt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NodeJS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PT" altLang="pt-BR"/>
              <a:t>Versão atual: 14.17.0</a:t>
            </a:r>
            <a:endParaRPr lang="pt-PT" altLang="pt-BR"/>
          </a:p>
          <a:p>
            <a:r>
              <a:rPr lang="pt-PT" altLang="pt-BR"/>
              <a:t>https://nodejs.org/pt-br/download/</a:t>
            </a:r>
            <a:endParaRPr lang="pt-PT" altLang="pt-BR"/>
          </a:p>
          <a:p>
            <a:endParaRPr lang="pt-PT" altLang="pt-BR"/>
          </a:p>
          <a:p>
            <a:r>
              <a:rPr lang="pt-PT" altLang="pt-BR"/>
              <a:t>para instalar no Linux utilize o comando:</a:t>
            </a:r>
            <a:endParaRPr lang="pt-PT" altLang="pt-BR"/>
          </a:p>
          <a:p>
            <a:r>
              <a:rPr lang="pt-PT" altLang="pt-BR"/>
              <a:t>sudo apt install npm</a:t>
            </a:r>
            <a:endParaRPr lang="pt-PT" altLang="pt-BR"/>
          </a:p>
          <a:p>
            <a:endParaRPr lang="pt-PT" altLang="pt-BR"/>
          </a:p>
          <a:p>
            <a:endParaRPr lang="pt-PT" altLang="pt-BR"/>
          </a:p>
          <a:p>
            <a:r>
              <a:rPr lang="pt-PT" altLang="pt-BR">
                <a:sym typeface="+mn-ea"/>
              </a:rPr>
              <a:t>O npm é o Gerenciador de Pacotes do Node (Node Package Manager) que vem junto com ele e que é muito útil no desenvolvimento Node</a:t>
            </a:r>
            <a:endParaRPr lang="pt-PT" alt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 sz="4000"/>
              <a:t>Http Server é algo Nativo no NodeJS</a:t>
            </a:r>
            <a:endParaRPr lang="pt-PT" altLang="pt-BR" sz="400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945"/>
            <a:ext cx="10058400" cy="5003800"/>
          </a:xfrm>
          <a:solidFill>
            <a:schemeClr val="bg1"/>
          </a:solidFill>
        </p:spPr>
        <p:txBody>
          <a:bodyPr>
            <a:normAutofit/>
          </a:bodyPr>
          <a:p>
            <a:pPr marL="0" indent="0">
              <a:buNone/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const http = require('http');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const hostname = '127.0.0.1';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const port = 3000;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const server = http.createServer((req, res) =&gt; {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res.statusCode = 200;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res.setHeader('Content-Type', 'text/plain');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res.end('Hello World');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pPr marL="0" indent="0">
              <a:buNone/>
            </a:pPr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});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server.listen(port, hostname, () =&gt; {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  console.log(`Server running at http://${hostname}:${port}/`);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  <a:p>
            <a:r>
              <a:rPr lang="pt-BR" altLang="en-US" b="1">
                <a:latin typeface="Courier New" panose="02070309020205020404" charset="0"/>
                <a:cs typeface="Courier New" panose="02070309020205020404" charset="0"/>
              </a:rPr>
              <a:t>});</a:t>
            </a:r>
            <a:endParaRPr lang="pt-BR" altLang="en-US" b="1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FrameWork Express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O Express é um framework para aplicativo da web do Node.js mínimo e flexível que fornece um conjunto robusto de recursos para aplicativos web e móvel.</a:t>
            </a:r>
            <a:endParaRPr lang="pt-B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API REST com Node.JS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pt-PT" altLang="pt-BR" sz="2400"/>
              <a:t>Crie um nova pasta e execute o comando para inicializar o projeto:</a:t>
            </a:r>
            <a:endParaRPr lang="pt-PT" altLang="pt-BR" sz="2400"/>
          </a:p>
          <a:p>
            <a:pPr lvl="1"/>
            <a:r>
              <a:rPr lang="pt-PT" altLang="pt-BR" sz="2000"/>
              <a:t>npm init -y</a:t>
            </a:r>
            <a:endParaRPr lang="pt-PT" altLang="pt-BR" sz="2400"/>
          </a:p>
          <a:p>
            <a:endParaRPr lang="pt-PT" altLang="pt-BR" sz="2400"/>
          </a:p>
          <a:p>
            <a:r>
              <a:rPr lang="pt-PT" altLang="pt-BR" sz="2400"/>
              <a:t>instale o framework express e o cors, que é quem vai permitir sua API receber requisições de domínios diferentes:</a:t>
            </a:r>
            <a:endParaRPr lang="pt-PT" altLang="pt-BR" sz="2400"/>
          </a:p>
          <a:p>
            <a:pPr lvl="1"/>
            <a:r>
              <a:rPr lang="pt-PT" altLang="pt-BR" sz="3200" b="1"/>
              <a:t>npm i express cors</a:t>
            </a:r>
            <a:endParaRPr lang="pt-PT" altLang="pt-BR" sz="2000"/>
          </a:p>
          <a:p>
            <a:pPr lvl="0"/>
            <a:endParaRPr lang="pt-PT" altLang="pt-BR" sz="2220"/>
          </a:p>
          <a:p>
            <a:pPr lvl="0"/>
            <a:r>
              <a:rPr lang="pt-PT" altLang="pt-BR" sz="2220"/>
              <a:t>Abre a pasta do projeto no Visual Studio Code:</a:t>
            </a:r>
            <a:endParaRPr lang="pt-PT" altLang="pt-BR" sz="2220"/>
          </a:p>
          <a:p>
            <a:pPr lvl="1"/>
            <a:r>
              <a:rPr lang="pt-PT" altLang="pt-BR" sz="1995"/>
              <a:t>code .</a:t>
            </a:r>
            <a:endParaRPr lang="pt-PT" altLang="pt-BR" sz="1995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Configurando Projeto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 sz="3200"/>
              <a:t>Nodemon é um auxiliar que vai ficar monitorando os arquivos da nossa API, assim que salvarmos uma alteração ele vai reiniciar o server, para que não precisemos fazer isso manualmente. </a:t>
            </a:r>
            <a:endParaRPr lang="pt-BR" altLang="en-US" sz="3200"/>
          </a:p>
          <a:p>
            <a:endParaRPr lang="pt-BR" altLang="en-US" sz="3200"/>
          </a:p>
          <a:p>
            <a:r>
              <a:rPr lang="pt-PT" altLang="pt-BR" sz="3200"/>
              <a:t>para instalar o Nodemon execute o seguinte comando:</a:t>
            </a:r>
            <a:endParaRPr lang="pt-PT" altLang="pt-BR" sz="3200"/>
          </a:p>
          <a:p>
            <a:pPr lvl="1"/>
            <a:r>
              <a:rPr lang="pt-PT" altLang="pt-BR" sz="4000" b="1">
                <a:latin typeface="Courier New" panose="02070309020205020404" charset="0"/>
                <a:cs typeface="Courier New" panose="02070309020205020404" charset="0"/>
              </a:rPr>
              <a:t>npm i -g nodemon --save</a:t>
            </a:r>
            <a:endParaRPr lang="pt-PT" altLang="pt-BR" sz="4000" b="1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Crie os arquivos do projeto</a:t>
            </a:r>
            <a:endParaRPr lang="pt-PT" altLang="pt-BR"/>
          </a:p>
        </p:txBody>
      </p:sp>
      <p:pic>
        <p:nvPicPr>
          <p:cNvPr id="4" name="Espaço Reservado para Conteúdo 3"/>
          <p:cNvPicPr>
            <a:picLocks noChangeAspect="1"/>
          </p:cNvPicPr>
          <p:nvPr>
            <p:ph idx="1"/>
          </p:nvPr>
        </p:nvPicPr>
        <p:blipFill>
          <a:blip r:embed="rId1"/>
          <a:srcRect l="3267" t="10701" r="76596" b="64236"/>
          <a:stretch>
            <a:fillRect/>
          </a:stretch>
        </p:blipFill>
        <p:spPr>
          <a:xfrm>
            <a:off x="2111375" y="1905000"/>
            <a:ext cx="6518275" cy="45637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server.js - inicia o projeto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pt-BR" altLang="en-US"/>
              <a:t>const express = require('express');</a:t>
            </a:r>
            <a:endParaRPr lang="pt-BR" altLang="en-US"/>
          </a:p>
          <a:p>
            <a:r>
              <a:rPr lang="pt-BR" altLang="en-US"/>
              <a:t>const cors = require('cors');</a:t>
            </a:r>
            <a:endParaRPr lang="pt-BR" altLang="en-US"/>
          </a:p>
          <a:p>
            <a:r>
              <a:rPr lang="pt-BR" altLang="en-US"/>
              <a:t>const app = express();</a:t>
            </a:r>
            <a:endParaRPr lang="pt-BR" altLang="en-US"/>
          </a:p>
          <a:p>
            <a:endParaRPr lang="pt-BR" altLang="en-US"/>
          </a:p>
          <a:p>
            <a:r>
              <a:rPr lang="pt-BR" altLang="en-US">
                <a:sym typeface="+mn-ea"/>
              </a:rPr>
              <a:t>app.use(cors());</a:t>
            </a:r>
            <a:endParaRPr lang="pt-BR" altLang="en-US"/>
          </a:p>
          <a:p>
            <a:r>
              <a:rPr lang="pt-BR" altLang="en-US">
                <a:sym typeface="+mn-ea"/>
              </a:rPr>
              <a:t>app.use(express.json());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require('./src/index')(app); </a:t>
            </a:r>
            <a:endParaRPr lang="pt-BR" altLang="en-US"/>
          </a:p>
          <a:p>
            <a:r>
              <a:rPr lang="pt-BR" altLang="en-US"/>
              <a:t>app.listen(3333);</a:t>
            </a:r>
            <a:r>
              <a:rPr lang="pt-PT" altLang="pt-BR"/>
              <a:t> //porta</a:t>
            </a:r>
            <a:endParaRPr lang="pt-PT" alt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Controllers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 sz="2800"/>
              <a:t>Um controlador é responsável por controlar a maneira como um usuário interage com uma aplicação MVC e possui o fluxo de controle lógico para a aplicação. É o controlador que determina que resposta será enviada de volta ao usuário quando ele faz uma requisição.</a:t>
            </a:r>
            <a:endParaRPr lang="pt-BR" altLang="en-US"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UsuarioController</a:t>
            </a:r>
            <a:r>
              <a:rPr lang="pt-PT" altLang="pt-BR"/>
              <a:t>.js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945"/>
            <a:ext cx="10058400" cy="5032375"/>
          </a:xfrm>
          <a:solidFill>
            <a:schemeClr val="bg1"/>
          </a:solidFill>
        </p:spPr>
        <p:txBody>
          <a:bodyPr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exports.post = (req, res, next) =&gt; {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   res.status(201).send('Rota POST!');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};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 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exports.put = (req, res, next) =&gt; {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   let id = req.params.id;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   res.status(201).send(`Rota PUT com ID! --&gt; ${id}`);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};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 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exports.delete = (req, res, next) =&gt; {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   let id = req.params.id;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   res.status(200).send(`Rota DELETE com ID! --&gt; ${id}`);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};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 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exports.get = (req, res, next) =&gt; {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   res.status(200).send('Rota GET!');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};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 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exports.getById = (req, res, next) =&gt; {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   let id = req.params.id;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   res.status(200).send(`Rota GET com ID! ${id}`);</a:t>
            </a:r>
            <a:endParaRPr lang="pt-BR" altLang="en-US" sz="1400"/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pt-BR" altLang="en-US" sz="1400"/>
              <a:t> };</a:t>
            </a:r>
            <a:endParaRPr lang="pt-BR" altLang="en-US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BR" altLang="en-US"/>
              <a:t>UsuarioRoute.js</a:t>
            </a:r>
            <a:endParaRPr lang="pt-BR" alt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const UsuarioController = require('./UsuarioController');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module.exports = (app) =&gt; {</a:t>
            </a:r>
            <a:endParaRPr lang="pt-BR" altLang="en-US"/>
          </a:p>
          <a:p>
            <a:r>
              <a:rPr lang="pt-BR" altLang="en-US"/>
              <a:t>   app.post('/usuario', UsuarioController.post);</a:t>
            </a:r>
            <a:endParaRPr lang="pt-BR" altLang="en-US"/>
          </a:p>
          <a:p>
            <a:r>
              <a:rPr lang="pt-BR" altLang="en-US"/>
              <a:t>   app.put('/usuario/:id', UsuarioController.put);</a:t>
            </a:r>
            <a:endParaRPr lang="pt-BR" altLang="en-US"/>
          </a:p>
          <a:p>
            <a:r>
              <a:rPr lang="pt-BR" altLang="en-US"/>
              <a:t>   app.delete('/usuario/:id', UsuarioController.delete);</a:t>
            </a:r>
            <a:endParaRPr lang="pt-BR" altLang="en-US"/>
          </a:p>
          <a:p>
            <a:r>
              <a:rPr lang="pt-BR" altLang="en-US"/>
              <a:t>   app.get('/usuario', UsuarioController.get);</a:t>
            </a:r>
            <a:endParaRPr lang="pt-BR" altLang="en-US"/>
          </a:p>
          <a:p>
            <a:r>
              <a:rPr lang="pt-BR" altLang="en-US"/>
              <a:t>   app.get('/usuario/:id', UsuarioController.getById);</a:t>
            </a:r>
            <a:endParaRPr lang="pt-BR" altLang="en-US"/>
          </a:p>
          <a:p>
            <a:r>
              <a:rPr lang="pt-BR" altLang="en-US"/>
              <a:t>}</a:t>
            </a:r>
            <a:endParaRPr lang="pt-BR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index.js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const </a:t>
            </a:r>
            <a:r>
              <a:rPr lang="pt-PT" altLang="pt-BR"/>
              <a:t>Usuario</a:t>
            </a:r>
            <a:r>
              <a:rPr lang="pt-BR" altLang="en-US"/>
              <a:t>Route = require('./</a:t>
            </a:r>
            <a:r>
              <a:rPr lang="pt-PT" altLang="pt-BR"/>
              <a:t>Usuario</a:t>
            </a:r>
            <a:r>
              <a:rPr lang="pt-BR" altLang="en-US"/>
              <a:t>Route');</a:t>
            </a:r>
            <a:endParaRPr lang="pt-BR" altLang="en-US"/>
          </a:p>
          <a:p>
            <a:endParaRPr lang="pt-BR" altLang="en-US"/>
          </a:p>
          <a:p>
            <a:r>
              <a:rPr lang="pt-BR" altLang="en-US"/>
              <a:t>module.exports = (app) =&gt; {</a:t>
            </a:r>
            <a:endParaRPr lang="pt-BR" altLang="en-US"/>
          </a:p>
          <a:p>
            <a:r>
              <a:rPr lang="pt-BR" altLang="en-US"/>
              <a:t>   </a:t>
            </a:r>
            <a:r>
              <a:rPr lang="pt-PT" altLang="pt-BR"/>
              <a:t>Usuario</a:t>
            </a:r>
            <a:r>
              <a:rPr lang="pt-BR" altLang="en-US"/>
              <a:t>Route(app)</a:t>
            </a:r>
            <a:endParaRPr lang="pt-BR" altLang="en-US"/>
          </a:p>
          <a:p>
            <a:r>
              <a:rPr lang="pt-BR" altLang="en-US"/>
              <a:t>}</a:t>
            </a:r>
            <a:endParaRPr lang="pt-B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Execute o projeto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BR" altLang="en-US"/>
              <a:t>nodemon server.js</a:t>
            </a:r>
            <a:endParaRPr lang="pt-BR" altLang="en-US"/>
          </a:p>
          <a:p>
            <a:endParaRPr lang="pt-BR" altLang="en-US"/>
          </a:p>
          <a:p>
            <a:r>
              <a:rPr lang="pt-PT" altLang="pt-BR"/>
              <a:t>acesse o endereço:</a:t>
            </a:r>
            <a:endParaRPr lang="pt-PT" altLang="pt-BR"/>
          </a:p>
          <a:p>
            <a:r>
              <a:rPr lang="pt-PT" altLang="pt-BR"/>
              <a:t>http://127.0.0.1:3333/usuario</a:t>
            </a:r>
            <a:endParaRPr lang="pt-PT" altLang="pt-B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Atividade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pt-PT" altLang="pt-BR" sz="3200"/>
              <a:t>Teste todos os serviços Restful criados no NodeJS no PostMan</a:t>
            </a:r>
            <a:endParaRPr lang="pt-PT" altLang="pt-BR" sz="3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pt-PT" altLang="pt-BR"/>
              <a:t>Pasta pública</a:t>
            </a:r>
            <a:endParaRPr lang="pt-PT" alt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pt-PT" altLang="pt-BR"/>
              <a:t>É possível hospedar páginas estáticas com NodeJS+Express. Crie uma pasta chamada “public” e adicione todas suas páginas html ali. Adicione o seguinte comando ao seu arquivo server.js:</a:t>
            </a:r>
            <a:endParaRPr lang="pt-PT" altLang="pt-BR"/>
          </a:p>
          <a:p>
            <a:pPr marL="201295" lvl="1" indent="0">
              <a:buNone/>
            </a:pPr>
            <a:r>
              <a:rPr lang="pt-PT" altLang="pt-BR">
                <a:latin typeface="Courier 10 Pitch" charset="0"/>
                <a:cs typeface="Courier 10 Pitch" charset="0"/>
              </a:rPr>
              <a:t>	const express = require('express');</a:t>
            </a:r>
            <a:endParaRPr lang="pt-PT" altLang="pt-BR">
              <a:latin typeface="Courier 10 Pitch" charset="0"/>
              <a:cs typeface="Courier 10 Pitch" charset="0"/>
            </a:endParaRPr>
          </a:p>
          <a:p>
            <a:pPr marL="201295" lvl="1" indent="0">
              <a:buNone/>
            </a:pPr>
            <a:r>
              <a:rPr lang="pt-PT" altLang="pt-BR">
                <a:latin typeface="Courier 10 Pitch" charset="0"/>
                <a:cs typeface="Courier 10 Pitch" charset="0"/>
              </a:rPr>
              <a:t>	const cors = require('cors');</a:t>
            </a:r>
            <a:endParaRPr lang="pt-PT" altLang="pt-BR">
              <a:latin typeface="Courier 10 Pitch" charset="0"/>
              <a:cs typeface="Courier 10 Pitch" charset="0"/>
            </a:endParaRPr>
          </a:p>
          <a:p>
            <a:pPr marL="201295" lvl="1" indent="0">
              <a:buNone/>
            </a:pPr>
            <a:r>
              <a:rPr lang="pt-PT" altLang="pt-BR">
                <a:latin typeface="Courier 10 Pitch" charset="0"/>
                <a:cs typeface="Courier 10 Pitch" charset="0"/>
              </a:rPr>
              <a:t>	const app = express();</a:t>
            </a:r>
            <a:endParaRPr lang="pt-PT" altLang="pt-BR">
              <a:latin typeface="Courier 10 Pitch" charset="0"/>
              <a:cs typeface="Courier 10 Pitch" charset="0"/>
            </a:endParaRPr>
          </a:p>
          <a:p>
            <a:pPr marL="201295" lvl="1" indent="0">
              <a:buNone/>
            </a:pPr>
            <a:r>
              <a:rPr lang="pt-PT" altLang="pt-BR">
                <a:latin typeface="Courier 10 Pitch" charset="0"/>
                <a:cs typeface="Courier 10 Pitch" charset="0"/>
              </a:rPr>
              <a:t>	app.use(cors());</a:t>
            </a:r>
            <a:endParaRPr lang="pt-PT" altLang="pt-BR">
              <a:latin typeface="Courier 10 Pitch" charset="0"/>
              <a:cs typeface="Courier 10 Pitch" charset="0"/>
            </a:endParaRPr>
          </a:p>
          <a:p>
            <a:pPr marL="201295" lvl="1" indent="0">
              <a:buNone/>
            </a:pPr>
            <a:r>
              <a:rPr lang="pt-PT" altLang="pt-BR">
                <a:latin typeface="Courier 10 Pitch" charset="0"/>
                <a:cs typeface="Courier 10 Pitch" charset="0"/>
              </a:rPr>
              <a:t>	app.use(express.json());</a:t>
            </a:r>
            <a:endParaRPr lang="pt-PT" altLang="pt-BR">
              <a:latin typeface="Courier 10 Pitch" charset="0"/>
              <a:cs typeface="Courier 10 Pitch" charset="0"/>
            </a:endParaRPr>
          </a:p>
          <a:p>
            <a:pPr marL="201295" lvl="1" indent="0">
              <a:buNone/>
            </a:pPr>
            <a:r>
              <a:rPr lang="pt-PT" altLang="pt-BR">
                <a:latin typeface="Courier 10 Pitch" charset="0"/>
                <a:cs typeface="Courier 10 Pitch" charset="0"/>
              </a:rPr>
              <a:t>	require('./src/index')(app); </a:t>
            </a:r>
            <a:endParaRPr lang="pt-PT" altLang="pt-BR">
              <a:latin typeface="Courier 10 Pitch" charset="0"/>
              <a:cs typeface="Courier 10 Pitch" charset="0"/>
            </a:endParaRPr>
          </a:p>
          <a:p>
            <a:pPr marL="201295" lvl="1" indent="0">
              <a:buNone/>
            </a:pPr>
            <a:r>
              <a:rPr lang="pt-PT" altLang="pt-BR">
                <a:solidFill>
                  <a:srgbClr val="FF0000"/>
                </a:solidFill>
                <a:latin typeface="Courier 10 Pitch" charset="0"/>
                <a:cs typeface="Courier 10 Pitch" charset="0"/>
              </a:rPr>
              <a:t>	app.use(express.static('public'));</a:t>
            </a:r>
            <a:endParaRPr lang="pt-PT" altLang="pt-BR">
              <a:latin typeface="Courier 10 Pitch" charset="0"/>
              <a:cs typeface="Courier 10 Pitch" charset="0"/>
            </a:endParaRPr>
          </a:p>
          <a:p>
            <a:pPr marL="201295" lvl="1" indent="0">
              <a:buNone/>
            </a:pPr>
            <a:r>
              <a:rPr lang="pt-PT" altLang="pt-BR">
                <a:latin typeface="Courier 10 Pitch" charset="0"/>
                <a:cs typeface="Courier 10 Pitch" charset="0"/>
              </a:rPr>
              <a:t>	app.listen(3333); //porta</a:t>
            </a:r>
            <a:endParaRPr lang="pt-PT" altLang="pt-BR">
              <a:latin typeface="Courier 10 Pitch" charset="0"/>
              <a:cs typeface="Courier 10 Pitch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iva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4193</Words>
  <Application>WPS Presentation</Application>
  <PresentationFormat>Widescreen</PresentationFormat>
  <Paragraphs>151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SimSun</vt:lpstr>
      <vt:lpstr>Wingdings</vt:lpstr>
      <vt:lpstr>Calibri</vt:lpstr>
      <vt:lpstr>Trebuchet MS</vt:lpstr>
      <vt:lpstr>Courier New</vt:lpstr>
      <vt:lpstr>Courier 10 Pitch</vt:lpstr>
      <vt:lpstr>Gubbi</vt:lpstr>
      <vt:lpstr>Calibri Light</vt:lpstr>
      <vt:lpstr>微软雅黑</vt:lpstr>
      <vt:lpstr>Arial Unicode MS</vt:lpstr>
      <vt:lpstr>Retrospectiva</vt:lpstr>
      <vt:lpstr>NodeJS</vt:lpstr>
      <vt:lpstr>NodeJS</vt:lpstr>
      <vt:lpstr>NodeJS</vt:lpstr>
      <vt:lpstr>NodeJS</vt:lpstr>
      <vt:lpstr>Http Server é algo Nativo no NodeJS</vt:lpstr>
      <vt:lpstr>FrameWork Express</vt:lpstr>
      <vt:lpstr>API REST com Node.JS</vt:lpstr>
      <vt:lpstr>Configurando Projeto</vt:lpstr>
      <vt:lpstr>Crie os arquivos do projeto</vt:lpstr>
      <vt:lpstr>server.js - inicia o projeto</vt:lpstr>
      <vt:lpstr>Controllers</vt:lpstr>
      <vt:lpstr>UsuarioController.js</vt:lpstr>
      <vt:lpstr>UsuarioRoute.js</vt:lpstr>
      <vt:lpstr>index.js</vt:lpstr>
      <vt:lpstr>Execute o projeto</vt:lpstr>
      <vt:lpstr>Atividade</vt:lpstr>
      <vt:lpstr>Pasta pública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Mapeamento ORM</dc:title>
  <dc:creator>Alysson</dc:creator>
  <cp:lastModifiedBy>ely</cp:lastModifiedBy>
  <cp:revision>102</cp:revision>
  <dcterms:created xsi:type="dcterms:W3CDTF">2025-02-14T10:16:23Z</dcterms:created>
  <dcterms:modified xsi:type="dcterms:W3CDTF">2025-02-14T10:16:23Z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1046-11.1.0.8865</vt:lpwstr>
  </property>
  <property fmtid="{D5CDD505-2E9C-101B-9397-08002B2CF9AE}" pid="3" name="ICV">
    <vt:lpwstr>D4D55510E0D34C8EA1182DC2A5A859E0</vt:lpwstr>
  </property>
</Properties>
</file>